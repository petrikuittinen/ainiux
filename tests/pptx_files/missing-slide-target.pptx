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gif" ContentType="image/gif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300" r:id="rId2"/>
    <p:sldId id="256" r:id="rId1"/>
  </p:sldIdLst>
  <p:sldSz cx="12192000" cy="6858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_rels/notesSlide2.xml.rels><?xml version="1.0" encoding="UTF-8"?><Relationships xmlns="http://schemas.openxmlformats.org/package/2006/relationships"></Relationships>
</file>

<file path=ppt/notesSlides/notes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/>
          </p:nvPr>
        </p:nvSpPr>
        <p:spPr/>
        <p:txBody>
          <a:bodyPr/>
          <a:lstStyle/>
          <a:p>
            <a:r>
              <a:rPr lang="en-US"/>
              <a:t>Remember the demonstration.</a:t>
            </a:r>
            <a:endParaRPr/>
          </a:p>
        </p:txBody>
      </p:sp>
    </p:spTree>
  </p:cSld>
  <p:clrMapOvr>
    <a:masterClrMapping/>
  </p:clrMapOvr>
</p:sld>
</file>

<file path=ppt/slides/_rels/slide1.xml.rels><?xml version="1.0" encoding="UTF-8"?><Relationships xmlns="http://schemas.openxmlformats.org/package/2006/relationships"><Relationship Id="rIdPng" Type="http://schemas.openxmlformats.org/officeDocument/2006/relationships/image" Target="../media/pixel.png"/><Relationship Id="rIdJpeg" Type="http://schemas.openxmlformats.org/officeDocument/2006/relationships/image" Target="../media/pixel.jpg"/><Relationship Id="rIdGif" Type="http://schemas.openxmlformats.org/officeDocument/2006/relationships/image" Target="../media/pixel.gif"/><Relationship Id="rIdLink" Type="http://schemas.openxmlformats.org/officeDocument/2006/relationships/hyperlink" Target="https://example.com/pptx" TargetMode="External"/></Relationships>
</file>

<file path=ppt/slides/_rels/slide2.xml.rels><?xml version="1.0" encoding="UTF-8"?><Relationships xmlns="http://schemas.openxmlformats.org/package/2006/relationships"><Relationship Id="rIdNotes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简体中文 繁體中文 العربية עברית Русский é 😀</a:t>
            </a:r>
            <a:endParaRPr/>
          </a:p>
        </p:txBody>
      </p:sp>
      <p:sp>
        <p:nvSpPr>
          <p:cNvPr id="3" name="Content"/>
          <p:cNvSpPr/>
          <p:nvPr/>
        </p:nvSpPr>
        <p:spPr/>
        <p:txBody>
          <a:bodyPr/>
          <a:lstStyle/>
          <a:p>
            <a:r>
              <a:rPr b="1"/>
              <a:t>Bold</a:t>
            </a:r>
            <a:r>
              <a:rPr i="1"/>
              <a:t> italic</a:t>
            </a:r>
            <a:r>
              <a:rPr u="sng" strike="sngStrike"/>
              <a:t> underline strike</a:t>
            </a:r>
            <a:r>
              <a:rPr>
                <a:hlinkClick r:id="rIdLink"/>
              </a:rPr>
              <a:t> link</a:t>
            </a:r>
            <a:br/>
            <a:r>
              <a:t>hard break</a:t>
            </a:r>
          </a:p>
          <a:p>
            <a:pPr lvl="0">
              <a:buChar char="•"/>
            </a:pPr>
            <a:r>
              <a:t>bullet</a:t>
            </a:r>
          </a:p>
          <a:p>
            <a:pPr lvl="1">
              <a:buAutoNum type="arabicPeriod" startAt="3"/>
            </a:pPr>
            <a:r>
              <a:t>nested ordered</a:t>
            </a:r>
          </a:p>
        </p:txBody>
      </p:sp>
      <p:pic>
        <p:nvPicPr>
          <p:cNvPr id="4" name="PNG pixel" descr="fixture PNG"/>
          <p:cNvPicPr/>
          <p:nvPr/>
        </p:nvPicPr>
        <p:blipFill>
          <a:blip r:embed="rIdPng"/>
          <a:stretch>
            <a:fillRect/>
          </a:stretch>
        </p:blipFill>
        <p:spPr/>
      </p:pic>
      <p:pic>
        <p:nvPicPr>
          <p:cNvPr id="5" name="JPEG pixel" descr="fixture JPEG"/>
          <p:cNvPicPr/>
          <p:nvPr/>
        </p:nvPicPr>
        <p:blipFill>
          <a:blip r:embed="rIdJpeg"/>
          <a:stretch>
            <a:fillRect/>
          </a:stretch>
        </p:blipFill>
        <p:spPr/>
      </p:pic>
      <p:pic>
        <p:nvPicPr>
          <p:cNvPr id="6" name="GIF pixel" descr="fixture GIF"/>
          <p:cNvPicPr/>
          <p:nvPr/>
        </p:nvPicPr>
        <p:blipFill>
          <a:blip r:embed="rIdGif"/>
          <a:stretch>
            <a:fillRect/>
          </a:stretch>
        </p:blipFill>
        <p:spPr/>
      </p:pic>
    </p:spTree>
  </p:cSld>
  <p:clrMapOvr>
    <a:masterClrMapping/>
  </p:clrMapOvr>
</p:sld>
</file>