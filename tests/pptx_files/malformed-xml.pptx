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p:sld><broken>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/>
          </a:p>
        </p:txBody>
      </p:sp>
      <p:graphicFrame>
        <p:nvGraphicFramePr>
          <p:cNvPr id="8" name="Table"/>
          <p:cNvGraphicFramePr/>
          <p:nvPr/>
        </p:nvGraphicFramePr>
        <p:xfrm/>
        <a:graphic>
          <a:graphicData uri="http://schemas.openxmlformats.org/drawingml/2006/main/table">
            <a:tbl>
              <a:tblPr firstRow="1"/>
              <a:tblGrid>
                <a:gridCol w="3000000"/>
                <a:gridCol w="3000000"/>
              </a:tblGrid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Name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  <a:endParaRPr/>
                    </a:p>
                  </a:txBody>
                  <a:tcPr/>
                </a:tc>
              </a:tr>
              <a:tr h="400000">
                <a:tc>
                  <a:txBody>
                    <a:bodyPr/>
                    <a:lstStyle/>
                    <a:p>
                      <a:r>
                        <a:rPr lang="en-US"/>
                        <a:t>café</a:t>
                      </a:r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US"/>
                        <a:t/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