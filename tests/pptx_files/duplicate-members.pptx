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300" r:id="rId2"/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notesSlides/_rels/notesSlide2.xml.rels><?xml version="1.0" encoding="UTF-8"?><Relationships xmlns="http://schemas.openxmlformats.org/package/2006/relationships"></Relationships>
</file>

<file path=ppt/notesSlides/notes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/>
          </p:nvPr>
        </p:nvSpPr>
        <p:spPr/>
        <p:txBody>
          <a:bodyPr/>
          <a:lstStyle/>
          <a:p>
            <a:r>
              <a:rPr lang="en-US"/>
              <a:t>Remember the demonstration.</a:t>
            </a:r>
            <a:endParaRPr/>
          </a:p>
        </p:txBody>
      </p:sp>
    </p:spTree>
  </p:cSld>
  <p:clrMapOvr>
    <a:masterClrMapping/>
  </p:clrMapOvr>
</p:sld>
</file>

<file path=ppt/slides/_rels/slide1.xml.rels><?xml version="1.0" encoding="UTF-8"?><Relationships xmlns="http://schemas.openxmlformats.org/package/2006/relationships"><Relationship Id="rIdPng" Type="http://schemas.openxmlformats.org/officeDocument/2006/relationships/image" Target="../media/pixel.png"/><Relationship Id="rIdJpeg" Type="http://schemas.openxmlformats.org/officeDocument/2006/relationships/image" Target="../media/pixel.jpg"/><Relationship Id="rIdGif" Type="http://schemas.openxmlformats.org/officeDocument/2006/relationships/image" Target="../media/pixel.gif"/><Relationship Id="rIdLink" Type="http://schemas.openxmlformats.org/officeDocument/2006/relationships/hyperlink" Target="https://example.com/pptx" TargetMode="External"/></Relationships>
</file>

<file path=ppt/slides/_rels/slide2.xml.rels><?xml version="1.0" encoding="UTF-8"?><Relationships xmlns="http://schemas.openxmlformats.org/package/2006/relationships"><Relationship Id="rIdNotes" Type="http://schemas.openxmlformats.org/officeDocument/2006/relationships/notesSlide" Target="../notesSlides/notesSlide2.xml"/></Relationships>
</file>

<file path=ppt/slides/slide1.xml>duplicate
</file>

<file path=ppt/slides/slide1.xml>duplicate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/>
          </a:p>
        </p:txBody>
      </p:sp>
      <p:graphicFrame>
        <p:nvGraphicFramePr>
          <p:cNvPr id="8" name="Table"/>
          <p:cNvGraphicFramePr/>
          <p:nvPr/>
        </p:nvGraphicFramePr>
        <p:xfrm/>
        <a:graphic>
          <a:graphicData uri="http://schemas.openxmlformats.org/drawingml/2006/main/table">
            <a:tbl>
              <a:tblPr firstRow="1"/>
              <a:tblGrid>
                <a:gridCol w="3000000"/>
                <a:gridCol w="3000000"/>
              </a:tblGrid>
              <a:tr h="400000"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Value</a:t>
                      </a:r>
                      <a:endParaRPr/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/>
                        <a:t>café</a:t>
                      </a:r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US"/>
                        <a:t/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