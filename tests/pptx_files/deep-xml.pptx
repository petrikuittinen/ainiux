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a:x>
        <a:x>
          <a:x>
            <a:x>
              <a:x>
                <a:x>
                  <a:x>
                    <a:x>
                      <a:x>
                        <a:x>
                          <a:x>
                            <a:x>
                              <a:x>
                                <a:x>
                                  <a:x>
                                    <a:x>
                                      <a:x>
                                        <a:x>
                                          <a:x>
                                            <a:x>
                                              <a:x>
                                                <a:x>
                                                  <a:x>
                                                    <a:x>
                                                      <a:x>
                                                        <a:x>
                                                          <a:x>
                                                            <a:x>
                                                              <a:x>
                                                                <a:x>
                                                                  <a:x>
                                                                    <a:x>
                                                                      <a:x>
                                                                        <a:x>
                                                                          <a:x>
                                                                            <a:x>
                                                                              <a:x>
                                                                                <a:x>
                                                                                  <a:x>
                                                                                    <a:x>
                                                                                      <a:x>
                                                                                        <a:x>
                                                                                          <a:x>
                                                                                            <a:x>
                                                                                              <a:x>
                                                                                                <a:x>
                                                                                                  <a:x>
                                                                                                    <a:x>
                                                                                                      <a:x>
                                                                                                        <a:x>
                                                                                                          <a:x>
                                                                                                            <a:x>
                                                                                                              <a:x>
                                                                                                                <a:x>
                                                                                                                  <a:x>
                                                                                                                    <a:x>
                                                                                                                      <a:x>
                                                                                                                        <a:x>
                                                                                                                          <a:x>
                                                                                                                            <a:x>
                                                                                                                              <a:x>
                                                                                                                                <a:x>
                                                                                                                                  <a:x>
                                                                                                                                    <a:x>
                                                                                                                                      <a:x>
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deep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</a:x>
                                                                                                                                      </a:x>
                                                                                                                                    </a:x>
                                                                                                                                  </a:x>
                                                                                                                                </a:x>
                                                                                                                              </a:x>
                                                                                                                            </a:x>
                                                                                                                          </a:x>
                                                                                                                        </a:x>
                                                                                                                      </a:x>
                                                                                                                    </a:x>
                                                                                                                  </a:x>
                                                                                                                </a:x>
                                                                                                              </a:x>
                                                                                                            </a:x>
                                                                                                          </a:x>
                                                                                                        </a:x>
                                                                                                      </a:x>
                                                                                                    </a:x>
                                                                                                  </a:x>
                                                                                                </a:x>
                                                                                              </a:x>
                                                                                            </a:x>
                                                                                          </a:x>
                                                                                        </a:x>
                                                                                      </a:x>
                                                                                    </a:x>
                                                                                  </a:x>
                                                                                </a:x>
                                                                              </a:x>
                                                                            </a:x>
                                                                          </a:x>
                                                                        </a:x>
                                                                      </a:x>
                                                                    </a:x>
                                                                  </a:x>
                                                                </a:x>
                                                              </a:x>
                                                            </a:x>
                                                          </a:x>
                                                        </a:x>
                                                      </a:x>
                                                    </a:x>
                                                  </a:x>
                                                </a:x>
                                              </a:x>
                                            </a:x>
                                          </a:x>
                                        </a:x>
                                      </a:x>
                                    </a:x>
                                  </a:x>
                                </a:x>
                              </a:x>
                            </a:x>
                          </a:x>
                        </a:x>
                      </a:x>
                    </a:x>
                  </a:x>
                </a:x>
              </a:x>
            </a:x>
          </a:x>
        </a:x>
      </a:x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