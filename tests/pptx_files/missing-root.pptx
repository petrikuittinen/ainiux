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简体中文 繁體中文 العربية עברית Русский é 😀</a:t>
            </a:r>
            <a:endParaRPr/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b="1"/>
              <a:t>Bold</a:t>
            </a:r>
            <a:r>
              <a:rPr i="1"/>
              <a:t> italic</a:t>
            </a:r>
            <a:r>
              <a:rPr u="sng" strike="sngStrike"/>
              <a:t> underline strike</a:t>
            </a:r>
            <a:r>
              <a:rPr>
                <a:hlinkClick r:id="rIdLink"/>
              </a:rPr>
              <a:t> link</a:t>
            </a:r>
            <a:br/>
            <a:r>
              <a:t>hard break</a:t>
            </a:r>
          </a:p>
          <a:p>
            <a:pPr lvl="0">
              <a:buChar char="•"/>
            </a:pPr>
            <a:r>
              <a:t>bullet</a:t>
            </a:r>
          </a:p>
          <a:p>
            <a:pPr lvl="1">
              <a:buAutoNum type="arabicPeriod" startAt="3"/>
            </a:pPr>
            <a:r>
              <a:t>nested ordered</a:t>
            </a:r>
          </a:p>
        </p:txBody>
      </p:sp>
      <p:pic>
        <p:nvPicPr>
          <p:cNvPr id="4" name="PNG pixel" descr="fixture PNG"/>
          <p:cNvPicPr/>
          <p:nvPr/>
        </p:nvPicPr>
        <p:blipFill>
          <a:blip r:embed="rIdPng"/>
          <a:stretch>
            <a:fillRect/>
          </a:stretch>
        </p:blipFill>
        <p:spPr/>
      </p:pic>
      <p:pic>
        <p:nvPicPr>
          <p:cNvPr id="5" name="JPEG pixel" descr="fixture JPEG"/>
          <p:cNvPicPr/>
          <p:nvPr/>
        </p:nvPicPr>
        <p:blipFill>
          <a:blip r:embed="rIdJpeg"/>
          <a:stretch>
            <a:fillRect/>
          </a:stretch>
        </p:blipFill>
        <p:spPr/>
      </p:pic>
      <p:pic>
        <p:nvPicPr>
          <p:cNvPr id="6" name="GIF pixel" descr="fixture GIF"/>
          <p:cNvPicPr/>
          <p:nvPr/>
        </p:nvPicPr>
        <p:blipFill>
          <a:blip r:embed="rIdGif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